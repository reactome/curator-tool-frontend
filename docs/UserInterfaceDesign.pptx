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2"/>
    <p:restoredTop sz="94712"/>
  </p:normalViewPr>
  <p:slideViewPr>
    <p:cSldViewPr snapToGrid="0">
      <p:cViewPr varScale="1">
        <p:scale>
          <a:sx n="133" d="100"/>
          <a:sy n="133" d="100"/>
        </p:scale>
        <p:origin x="4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F7981-4104-4A44-B089-903C5ACCC29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C0A28-BD2D-1A49-A30E-86847D45F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7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C0A28-BD2D-1A49-A30E-86847D45FD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0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1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3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3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5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6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8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7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8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9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1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3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3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5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A8DB8-EBFA-8C4D-8FF6-BC832370280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933E8-0234-114D-BC6D-973064DF7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6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BCA061-6876-2882-08A5-1D8141ACEC06}"/>
              </a:ext>
            </a:extLst>
          </p:cNvPr>
          <p:cNvSpPr txBox="1"/>
          <p:nvPr/>
        </p:nvSpPr>
        <p:spPr>
          <a:xfrm>
            <a:off x="3276672" y="737555"/>
            <a:ext cx="489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Enter a command (create, update, search, delete):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EF30-8B5C-64AE-EDDF-7DA9A546369C}"/>
              </a:ext>
            </a:extLst>
          </p:cNvPr>
          <p:cNvSpPr txBox="1"/>
          <p:nvPr/>
        </p:nvSpPr>
        <p:spPr>
          <a:xfrm>
            <a:off x="3276673" y="1361398"/>
            <a:ext cx="50118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Some command examples: </a:t>
            </a:r>
          </a:p>
          <a:p>
            <a:r>
              <a:rPr lang="en-US" dirty="0"/>
              <a:t>1). Create a reaction with species = ”homo sapiens”</a:t>
            </a:r>
          </a:p>
          <a:p>
            <a:r>
              <a:rPr lang="en-US" dirty="0"/>
              <a:t>2). Update reaction with DB_ID = 123456</a:t>
            </a:r>
          </a:p>
          <a:p>
            <a:r>
              <a:rPr lang="en-US" dirty="0"/>
              <a:t>3). Search reactions with species = “homo sapiens”</a:t>
            </a:r>
          </a:p>
          <a:p>
            <a:r>
              <a:rPr lang="en-US" dirty="0"/>
              <a:t>4). Delete </a:t>
            </a:r>
            <a:r>
              <a:rPr lang="en-US" dirty="0" err="1"/>
              <a:t>LiteratureReference</a:t>
            </a:r>
            <a:r>
              <a:rPr lang="en-US" dirty="0"/>
              <a:t> with DB_ID = 345678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94D0F-BB17-1B08-2621-0CA9E4C423C9}"/>
              </a:ext>
            </a:extLst>
          </p:cNvPr>
          <p:cNvSpPr/>
          <p:nvPr/>
        </p:nvSpPr>
        <p:spPr>
          <a:xfrm>
            <a:off x="3387769" y="1106888"/>
            <a:ext cx="4903448" cy="254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00FA3-2523-63D8-14A1-75EE13E46637}"/>
              </a:ext>
            </a:extLst>
          </p:cNvPr>
          <p:cNvSpPr/>
          <p:nvPr/>
        </p:nvSpPr>
        <p:spPr>
          <a:xfrm>
            <a:off x="8350210" y="1097056"/>
            <a:ext cx="1081549" cy="264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ECC4E1-6132-50E5-5985-8038F16B38E2}"/>
              </a:ext>
            </a:extLst>
          </p:cNvPr>
          <p:cNvSpPr/>
          <p:nvPr/>
        </p:nvSpPr>
        <p:spPr>
          <a:xfrm>
            <a:off x="3276672" y="3087764"/>
            <a:ext cx="1288118" cy="1015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View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2E73ED-D6CB-5FBC-21E6-8A8DF75242D5}"/>
              </a:ext>
            </a:extLst>
          </p:cNvPr>
          <p:cNvSpPr/>
          <p:nvPr/>
        </p:nvSpPr>
        <p:spPr>
          <a:xfrm>
            <a:off x="4923560" y="3094882"/>
            <a:ext cx="1288118" cy="1015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View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05D4CA-0163-5CF4-FEB1-8B3E2C1AA7FF}"/>
              </a:ext>
            </a:extLst>
          </p:cNvPr>
          <p:cNvSpPr/>
          <p:nvPr/>
        </p:nvSpPr>
        <p:spPr>
          <a:xfrm>
            <a:off x="6570448" y="3094882"/>
            <a:ext cx="1288118" cy="1015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ELV View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6046CF-8C34-1802-E6C1-91C280A0BC56}"/>
              </a:ext>
            </a:extLst>
          </p:cNvPr>
          <p:cNvSpPr/>
          <p:nvPr/>
        </p:nvSpPr>
        <p:spPr>
          <a:xfrm>
            <a:off x="8143640" y="3087763"/>
            <a:ext cx="1288118" cy="1015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Apps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23F9A6-5828-8602-3B9D-4A9AF991513F}"/>
              </a:ext>
            </a:extLst>
          </p:cNvPr>
          <p:cNvSpPr/>
          <p:nvPr/>
        </p:nvSpPr>
        <p:spPr>
          <a:xfrm>
            <a:off x="3276672" y="5316452"/>
            <a:ext cx="6155085" cy="491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History (20 instances)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0E2827-3616-B5E4-37A8-D2B57A9329EB}"/>
              </a:ext>
            </a:extLst>
          </p:cNvPr>
          <p:cNvSpPr/>
          <p:nvPr/>
        </p:nvSpPr>
        <p:spPr>
          <a:xfrm>
            <a:off x="3276671" y="5976050"/>
            <a:ext cx="6155085" cy="491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Notes (4 notes)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76343A2-C7E8-C905-46BE-CDAF1E7C83D3}"/>
              </a:ext>
            </a:extLst>
          </p:cNvPr>
          <p:cNvSpPr/>
          <p:nvPr/>
        </p:nvSpPr>
        <p:spPr>
          <a:xfrm>
            <a:off x="3276670" y="6635648"/>
            <a:ext cx="6155085" cy="491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QA Issues (8 issues)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8E66B6-9BF0-EA36-D0A2-231D0024E7C3}"/>
              </a:ext>
            </a:extLst>
          </p:cNvPr>
          <p:cNvSpPr/>
          <p:nvPr/>
        </p:nvSpPr>
        <p:spPr>
          <a:xfrm>
            <a:off x="3276669" y="7295246"/>
            <a:ext cx="6155085" cy="491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New/Updated Instances since Last Logout (25 instances)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29963F4-B8CB-B2C8-21AA-911B4EA42DB7}"/>
              </a:ext>
            </a:extLst>
          </p:cNvPr>
          <p:cNvSpPr/>
          <p:nvPr/>
        </p:nvSpPr>
        <p:spPr>
          <a:xfrm>
            <a:off x="3276669" y="7954845"/>
            <a:ext cx="6155085" cy="491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Logged-in Curators (3 curators)</a:t>
            </a:r>
          </a:p>
        </p:txBody>
      </p:sp>
    </p:spTree>
    <p:extLst>
      <p:ext uri="{BB962C8B-B14F-4D97-AF65-F5344CB8AC3E}">
        <p14:creationId xmlns:p14="http://schemas.microsoft.com/office/powerpoint/2010/main" val="319671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E890F2-EE6B-27EA-4609-2F13F00AC302}"/>
              </a:ext>
            </a:extLst>
          </p:cNvPr>
          <p:cNvSpPr/>
          <p:nvPr/>
        </p:nvSpPr>
        <p:spPr>
          <a:xfrm>
            <a:off x="700542" y="1876527"/>
            <a:ext cx="1790298" cy="462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Diagram </a:t>
            </a:r>
            <a:r>
              <a:rPr lang="en-US" sz="1400" dirty="0" err="1"/>
              <a:t>json</a:t>
            </a:r>
            <a:r>
              <a:rPr lang="en-US" sz="1400" dirty="0"/>
              <a:t> (Pathway - normal)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41816-8242-04D7-DD1E-8B3D30BF15A3}"/>
              </a:ext>
            </a:extLst>
          </p:cNvPr>
          <p:cNvSpPr/>
          <p:nvPr/>
        </p:nvSpPr>
        <p:spPr>
          <a:xfrm>
            <a:off x="3909727" y="3458541"/>
            <a:ext cx="1790298" cy="462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Diagram </a:t>
            </a:r>
            <a:r>
              <a:rPr lang="en-US" sz="1400" dirty="0" err="1"/>
              <a:t>json</a:t>
            </a:r>
            <a:r>
              <a:rPr lang="en-US" sz="1400" dirty="0"/>
              <a:t> (</a:t>
            </a:r>
            <a:r>
              <a:rPr lang="en-US" sz="1400" dirty="0" err="1"/>
              <a:t>PathwayDiagram</a:t>
            </a:r>
            <a:r>
              <a:rPr lang="en-US" sz="14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F5C22A-B799-D49E-337F-ECCA8D68F1B7}"/>
              </a:ext>
            </a:extLst>
          </p:cNvPr>
          <p:cNvSpPr/>
          <p:nvPr/>
        </p:nvSpPr>
        <p:spPr>
          <a:xfrm>
            <a:off x="3616997" y="1876526"/>
            <a:ext cx="1790298" cy="462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Diagram </a:t>
            </a:r>
            <a:r>
              <a:rPr lang="en-US" sz="1400" dirty="0" err="1"/>
              <a:t>json</a:t>
            </a:r>
            <a:r>
              <a:rPr lang="en-US" sz="1400" dirty="0"/>
              <a:t> (Pathway - disease)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0579E-94DE-712A-8ADA-13EB1DAFD305}"/>
              </a:ext>
            </a:extLst>
          </p:cNvPr>
          <p:cNvSpPr/>
          <p:nvPr/>
        </p:nvSpPr>
        <p:spPr>
          <a:xfrm>
            <a:off x="2155562" y="5997976"/>
            <a:ext cx="1790298" cy="462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Cytoscape.js</a:t>
            </a:r>
            <a:r>
              <a:rPr lang="en-US" sz="1400" dirty="0"/>
              <a:t> </a:t>
            </a:r>
            <a:r>
              <a:rPr lang="en-US" sz="1400" dirty="0" err="1"/>
              <a:t>json</a:t>
            </a:r>
            <a:r>
              <a:rPr lang="en-US" sz="1400" dirty="0"/>
              <a:t> (</a:t>
            </a:r>
            <a:r>
              <a:rPr lang="en-US" sz="1400" dirty="0" err="1"/>
              <a:t>PathwayDiagram</a:t>
            </a:r>
            <a:r>
              <a:rPr lang="en-US" sz="1400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2F5B3-6AD7-A8C9-9A6F-C6B79EE04F31}"/>
              </a:ext>
            </a:extLst>
          </p:cNvPr>
          <p:cNvSpPr/>
          <p:nvPr/>
        </p:nvSpPr>
        <p:spPr>
          <a:xfrm>
            <a:off x="9810855" y="3796499"/>
            <a:ext cx="2098307" cy="16475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PathwayDiagram</a:t>
            </a:r>
            <a:r>
              <a:rPr lang="en-US" dirty="0"/>
              <a:t> Widget (</a:t>
            </a:r>
            <a:r>
              <a:rPr lang="en-US" dirty="0" err="1"/>
              <a:t>cytoscape.js</a:t>
            </a:r>
            <a:r>
              <a:rPr lang="en-US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D2B4B0-6F4E-D09A-9901-DCD0A7B658D9}"/>
              </a:ext>
            </a:extLst>
          </p:cNvPr>
          <p:cNvSpPr/>
          <p:nvPr/>
        </p:nvSpPr>
        <p:spPr>
          <a:xfrm>
            <a:off x="500016" y="1580543"/>
            <a:ext cx="5592278" cy="4138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F40F4-54BA-5731-E29E-AEFFF8A1EF8D}"/>
              </a:ext>
            </a:extLst>
          </p:cNvPr>
          <p:cNvSpPr/>
          <p:nvPr/>
        </p:nvSpPr>
        <p:spPr>
          <a:xfrm>
            <a:off x="500016" y="5762517"/>
            <a:ext cx="5592278" cy="976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B079ED-23D4-6A18-E2B9-7DA487EC6819}"/>
              </a:ext>
            </a:extLst>
          </p:cNvPr>
          <p:cNvSpPr/>
          <p:nvPr/>
        </p:nvSpPr>
        <p:spPr>
          <a:xfrm>
            <a:off x="1326142" y="3586866"/>
            <a:ext cx="1310641" cy="52938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PathwayDiagram</a:t>
            </a:r>
            <a:r>
              <a:rPr lang="en-US" sz="1200" dirty="0"/>
              <a:t> (instance)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8A747-ADED-AC86-0333-70F9A3D0AD7E}"/>
              </a:ext>
            </a:extLst>
          </p:cNvPr>
          <p:cNvSpPr txBox="1"/>
          <p:nvPr/>
        </p:nvSpPr>
        <p:spPr>
          <a:xfrm>
            <a:off x="455223" y="5186194"/>
            <a:ext cx="1535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Shared central space </a:t>
            </a:r>
          </a:p>
          <a:p>
            <a:pPr algn="ctr"/>
            <a:r>
              <a:rPr lang="en-US" sz="1200" b="1" u="sng" dirty="0"/>
              <a:t>(</a:t>
            </a:r>
            <a:r>
              <a:rPr lang="en-US" sz="1200" b="1" u="sng" dirty="0" err="1"/>
              <a:t>db</a:t>
            </a:r>
            <a:r>
              <a:rPr lang="en-US" sz="1200" b="1" u="sng" dirty="0"/>
              <a:t> and files)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B215A-A499-3F9B-FB25-B675D5597447}"/>
              </a:ext>
            </a:extLst>
          </p:cNvPr>
          <p:cNvSpPr txBox="1"/>
          <p:nvPr/>
        </p:nvSpPr>
        <p:spPr>
          <a:xfrm>
            <a:off x="455223" y="6421615"/>
            <a:ext cx="1327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User staged space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2E6BACA-DDA4-2956-D09A-96CA12DE942A}"/>
              </a:ext>
            </a:extLst>
          </p:cNvPr>
          <p:cNvCxnSpPr>
            <a:cxnSpLocks/>
            <a:stCxn id="8" idx="0"/>
            <a:endCxn id="4" idx="0"/>
          </p:cNvCxnSpPr>
          <p:nvPr/>
        </p:nvCxnSpPr>
        <p:spPr>
          <a:xfrm rot="16200000" flipV="1">
            <a:off x="5267864" y="-1795646"/>
            <a:ext cx="1919972" cy="9264318"/>
          </a:xfrm>
          <a:prstGeom prst="bentConnector3">
            <a:avLst>
              <a:gd name="adj1" fmla="val 111906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966A34C-D0E6-90E1-CF6A-B4FD4C7035B5}"/>
              </a:ext>
            </a:extLst>
          </p:cNvPr>
          <p:cNvCxnSpPr>
            <a:cxnSpLocks/>
            <a:stCxn id="8" idx="0"/>
            <a:endCxn id="6" idx="3"/>
          </p:cNvCxnSpPr>
          <p:nvPr/>
        </p:nvCxnSpPr>
        <p:spPr>
          <a:xfrm rot="16200000" flipV="1">
            <a:off x="7289169" y="225659"/>
            <a:ext cx="1688967" cy="5452714"/>
          </a:xfrm>
          <a:prstGeom prst="bentConnector2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564B580-8240-2C5A-C348-1B033203C4E4}"/>
              </a:ext>
            </a:extLst>
          </p:cNvPr>
          <p:cNvSpPr txBox="1"/>
          <p:nvPr/>
        </p:nvSpPr>
        <p:spPr>
          <a:xfrm>
            <a:off x="7221033" y="1385158"/>
            <a:ext cx="1504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load normal pathway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82D402-7329-CE36-4BFF-0D33CA845230}"/>
              </a:ext>
            </a:extLst>
          </p:cNvPr>
          <p:cNvSpPr txBox="1"/>
          <p:nvPr/>
        </p:nvSpPr>
        <p:spPr>
          <a:xfrm>
            <a:off x="6640936" y="1844800"/>
            <a:ext cx="2945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load disease pathway (comparison enabled)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6611A6-C02A-D44E-28DC-3EF7CF69BD6E}"/>
              </a:ext>
            </a:extLst>
          </p:cNvPr>
          <p:cNvSpPr txBox="1"/>
          <p:nvPr/>
        </p:nvSpPr>
        <p:spPr>
          <a:xfrm>
            <a:off x="9598850" y="2549238"/>
            <a:ext cx="1248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Convert diagram </a:t>
            </a:r>
            <a:r>
              <a:rPr lang="en-US" sz="1200" dirty="0" err="1"/>
              <a:t>json</a:t>
            </a:r>
            <a:r>
              <a:rPr lang="en-US" sz="1200" dirty="0"/>
              <a:t> to </a:t>
            </a:r>
            <a:r>
              <a:rPr lang="en-US" sz="1200" dirty="0" err="1"/>
              <a:t>cytosacpe.js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165115-7274-E9BF-D3F8-59EB0CCB21ED}"/>
              </a:ext>
            </a:extLst>
          </p:cNvPr>
          <p:cNvSpPr txBox="1"/>
          <p:nvPr/>
        </p:nvSpPr>
        <p:spPr>
          <a:xfrm>
            <a:off x="6481621" y="3056126"/>
            <a:ext cx="310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Load </a:t>
            </a:r>
            <a:r>
              <a:rPr lang="en-US" sz="1200" dirty="0" err="1"/>
              <a:t>json</a:t>
            </a:r>
            <a:r>
              <a:rPr lang="en-US" sz="1200" dirty="0"/>
              <a:t> for pathway diagram when ”enable edit” is called if no user staged file (1</a:t>
            </a:r>
            <a:r>
              <a:rPr lang="en-US" sz="1200" baseline="30000" dirty="0"/>
              <a:t>st</a:t>
            </a:r>
            <a:r>
              <a:rPr lang="en-US" sz="1200" dirty="0"/>
              <a:t> choice) or </a:t>
            </a:r>
            <a:r>
              <a:rPr lang="en-US" sz="1200" dirty="0" err="1"/>
              <a:t>cytoscape.js</a:t>
            </a:r>
            <a:r>
              <a:rPr lang="en-US" sz="1200" dirty="0"/>
              <a:t> (2</a:t>
            </a:r>
            <a:r>
              <a:rPr lang="en-US" sz="1200" baseline="30000" dirty="0"/>
              <a:t>nd</a:t>
            </a:r>
            <a:r>
              <a:rPr lang="en-US" sz="1200" dirty="0"/>
              <a:t> choice) exists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2DA8C83-B71C-5D1A-86D7-F725AD41E8D7}"/>
              </a:ext>
            </a:extLst>
          </p:cNvPr>
          <p:cNvCxnSpPr>
            <a:cxnSpLocks/>
            <a:stCxn id="8" idx="2"/>
            <a:endCxn id="7" idx="2"/>
          </p:cNvCxnSpPr>
          <p:nvPr/>
        </p:nvCxnSpPr>
        <p:spPr>
          <a:xfrm rot="5400000">
            <a:off x="6447376" y="2047355"/>
            <a:ext cx="1015968" cy="7809298"/>
          </a:xfrm>
          <a:prstGeom prst="bentConnector3">
            <a:avLst>
              <a:gd name="adj1" fmla="val 122501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710E1A5-F39D-1B53-DC0C-5D95428564A6}"/>
              </a:ext>
            </a:extLst>
          </p:cNvPr>
          <p:cNvSpPr txBox="1"/>
          <p:nvPr/>
        </p:nvSpPr>
        <p:spPr>
          <a:xfrm>
            <a:off x="7141697" y="6190783"/>
            <a:ext cx="370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User edited diagram is persisted in </a:t>
            </a:r>
            <a:r>
              <a:rPr lang="en-US" sz="1200" dirty="0" err="1"/>
              <a:t>cytospape.js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r>
              <a:rPr lang="en-US" sz="1200" dirty="0"/>
              <a:t> at user’s staged space (other users cannot see edits)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B0B05B72-FA49-220F-A08B-DBEC850E46B5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rot="10800000" flipV="1">
            <a:off x="3945861" y="4620260"/>
            <a:ext cx="5864995" cy="1608722"/>
          </a:xfrm>
          <a:prstGeom prst="bentConnector3">
            <a:avLst>
              <a:gd name="adj1" fmla="val 5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1DD6248-E3AE-73EC-7EDD-80A35267DB97}"/>
              </a:ext>
            </a:extLst>
          </p:cNvPr>
          <p:cNvSpPr txBox="1"/>
          <p:nvPr/>
        </p:nvSpPr>
        <p:spPr>
          <a:xfrm>
            <a:off x="7604913" y="4359785"/>
            <a:ext cx="1251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Load for editing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E2DB7A-04CC-4A92-E9AD-84B5F8A8DF6F}"/>
              </a:ext>
            </a:extLst>
          </p:cNvPr>
          <p:cNvSpPr/>
          <p:nvPr/>
        </p:nvSpPr>
        <p:spPr>
          <a:xfrm>
            <a:off x="2155562" y="4389381"/>
            <a:ext cx="1790298" cy="462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Cytoscape.js</a:t>
            </a:r>
            <a:r>
              <a:rPr lang="en-US" sz="1400" dirty="0"/>
              <a:t> </a:t>
            </a:r>
            <a:r>
              <a:rPr lang="en-US" sz="1400" dirty="0" err="1"/>
              <a:t>json</a:t>
            </a:r>
            <a:r>
              <a:rPr lang="en-US" sz="1400" dirty="0"/>
              <a:t> (</a:t>
            </a:r>
            <a:r>
              <a:rPr lang="en-US" sz="1400" dirty="0" err="1"/>
              <a:t>PathwayDiagram</a:t>
            </a:r>
            <a:r>
              <a:rPr lang="en-US" sz="1400" dirty="0"/>
              <a:t>)</a:t>
            </a: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792E8D05-E4F7-34A8-8399-5C54F79B39EC}"/>
              </a:ext>
            </a:extLst>
          </p:cNvPr>
          <p:cNvCxnSpPr>
            <a:cxnSpLocks/>
            <a:stCxn id="44" idx="3"/>
            <a:endCxn id="8" idx="1"/>
          </p:cNvCxnSpPr>
          <p:nvPr/>
        </p:nvCxnSpPr>
        <p:spPr>
          <a:xfrm flipV="1">
            <a:off x="3945860" y="4620260"/>
            <a:ext cx="5864995" cy="1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64AEB863-7CC0-0C49-5C71-6F7694EEDA58}"/>
              </a:ext>
            </a:extLst>
          </p:cNvPr>
          <p:cNvCxnSpPr>
            <a:cxnSpLocks/>
            <a:stCxn id="5" idx="3"/>
            <a:endCxn id="8" idx="0"/>
          </p:cNvCxnSpPr>
          <p:nvPr/>
        </p:nvCxnSpPr>
        <p:spPr>
          <a:xfrm>
            <a:off x="5700025" y="3689547"/>
            <a:ext cx="5159984" cy="10695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983B5CC-5A25-6213-21A7-C2BF434E6346}"/>
              </a:ext>
            </a:extLst>
          </p:cNvPr>
          <p:cNvSpPr txBox="1"/>
          <p:nvPr/>
        </p:nvSpPr>
        <p:spPr>
          <a:xfrm>
            <a:off x="4189704" y="5946219"/>
            <a:ext cx="1673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First choice for editing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9DA9C6-7B40-A1E0-9F49-E38E7321899A}"/>
              </a:ext>
            </a:extLst>
          </p:cNvPr>
          <p:cNvSpPr txBox="1"/>
          <p:nvPr/>
        </p:nvSpPr>
        <p:spPr>
          <a:xfrm>
            <a:off x="3945860" y="4589573"/>
            <a:ext cx="2098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Second choice for editing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C75921DB-0DFA-42C9-53FD-74C3DED2221B}"/>
              </a:ext>
            </a:extLst>
          </p:cNvPr>
          <p:cNvCxnSpPr>
            <a:cxnSpLocks/>
            <a:stCxn id="8" idx="2"/>
            <a:endCxn id="44" idx="2"/>
          </p:cNvCxnSpPr>
          <p:nvPr/>
        </p:nvCxnSpPr>
        <p:spPr>
          <a:xfrm rot="5400000" flipH="1">
            <a:off x="6659046" y="1243058"/>
            <a:ext cx="592627" cy="7809298"/>
          </a:xfrm>
          <a:prstGeom prst="bentConnector3">
            <a:avLst>
              <a:gd name="adj1" fmla="val -38574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101BE050-1A82-45E7-8432-C080D7EC58EF}"/>
              </a:ext>
            </a:extLst>
          </p:cNvPr>
          <p:cNvCxnSpPr>
            <a:cxnSpLocks/>
            <a:stCxn id="44" idx="0"/>
            <a:endCxn id="6" idx="2"/>
          </p:cNvCxnSpPr>
          <p:nvPr/>
        </p:nvCxnSpPr>
        <p:spPr>
          <a:xfrm rot="5400000" flipH="1" flipV="1">
            <a:off x="2756007" y="2633243"/>
            <a:ext cx="2050843" cy="1461435"/>
          </a:xfrm>
          <a:prstGeom prst="bentConnector3">
            <a:avLst>
              <a:gd name="adj1" fmla="val 50000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DEE6C8BD-B5E9-B36F-89C0-B1AEC50BA5E1}"/>
              </a:ext>
            </a:extLst>
          </p:cNvPr>
          <p:cNvCxnSpPr>
            <a:cxnSpLocks/>
            <a:stCxn id="44" idx="0"/>
            <a:endCxn id="4" idx="2"/>
          </p:cNvCxnSpPr>
          <p:nvPr/>
        </p:nvCxnSpPr>
        <p:spPr>
          <a:xfrm rot="16200000" flipV="1">
            <a:off x="1297780" y="2636450"/>
            <a:ext cx="2050842" cy="1455020"/>
          </a:xfrm>
          <a:prstGeom prst="bentConnector3">
            <a:avLst>
              <a:gd name="adj1" fmla="val 50000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228712EB-6F74-75DE-A4F5-D1FFAE77CFAF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rot="5400000" flipH="1">
            <a:off x="5756853" y="340865"/>
            <a:ext cx="1327765" cy="8878546"/>
          </a:xfrm>
          <a:prstGeom prst="bentConnector3">
            <a:avLst>
              <a:gd name="adj1" fmla="val -17217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CE7FADC4-6A3E-14D6-3278-D66E124D0D76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5400000">
            <a:off x="6678382" y="1816349"/>
            <a:ext cx="553956" cy="7809298"/>
          </a:xfrm>
          <a:prstGeom prst="bentConnector3">
            <a:avLst>
              <a:gd name="adj1" fmla="val 41312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D1414A40-FB10-5CE8-F48B-3487C7C1C2C6}"/>
              </a:ext>
            </a:extLst>
          </p:cNvPr>
          <p:cNvSpPr txBox="1"/>
          <p:nvPr/>
        </p:nvSpPr>
        <p:spPr>
          <a:xfrm>
            <a:off x="500016" y="6785357"/>
            <a:ext cx="10359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When upload diagram is called (red arrows), the following occurs: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Upload </a:t>
            </a:r>
            <a:r>
              <a:rPr lang="en-US" sz="1200" dirty="0" err="1"/>
              <a:t>cytoscape.js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r>
              <a:rPr lang="en-US" sz="1200" dirty="0"/>
              <a:t> to the central space (saved in a shared file), enabling other users to edit the same pathway diagram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Create or update </a:t>
            </a:r>
            <a:r>
              <a:rPr lang="en-US" sz="1200" dirty="0" err="1"/>
              <a:t>PathwayDiagram</a:t>
            </a:r>
            <a:r>
              <a:rPr lang="en-US" sz="1200" dirty="0"/>
              <a:t> instance associated with this </a:t>
            </a:r>
            <a:r>
              <a:rPr lang="en-US" sz="1200" dirty="0" err="1"/>
              <a:t>cytoscape.js</a:t>
            </a:r>
            <a:r>
              <a:rPr lang="en-US" sz="1200" dirty="0"/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Generate diagram </a:t>
            </a:r>
            <a:r>
              <a:rPr lang="en-US" sz="1200" dirty="0" err="1"/>
              <a:t>json</a:t>
            </a:r>
            <a:r>
              <a:rPr lang="en-US" sz="1200" dirty="0"/>
              <a:t> files for the represented pathways, including both normal and disease pathways if applicable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Delete the </a:t>
            </a:r>
            <a:r>
              <a:rPr lang="en-US" sz="1200" dirty="0" err="1"/>
              <a:t>cytoscape.js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r>
              <a:rPr lang="en-US" sz="1200" dirty="0"/>
              <a:t> at the user staged space.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2EC0A3A-D36C-B614-5E3E-780141474D30}"/>
              </a:ext>
            </a:extLst>
          </p:cNvPr>
          <p:cNvSpPr txBox="1"/>
          <p:nvPr/>
        </p:nvSpPr>
        <p:spPr>
          <a:xfrm>
            <a:off x="3037287" y="5715681"/>
            <a:ext cx="579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delete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218DF8B-365B-C983-C6FE-4DC0DAA8C778}"/>
              </a:ext>
            </a:extLst>
          </p:cNvPr>
          <p:cNvSpPr txBox="1"/>
          <p:nvPr/>
        </p:nvSpPr>
        <p:spPr>
          <a:xfrm>
            <a:off x="3013297" y="5186194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upload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EEE61A-5C4F-C111-80B9-2083D0733253}"/>
              </a:ext>
            </a:extLst>
          </p:cNvPr>
          <p:cNvSpPr txBox="1"/>
          <p:nvPr/>
        </p:nvSpPr>
        <p:spPr>
          <a:xfrm>
            <a:off x="1916875" y="5071536"/>
            <a:ext cx="750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create or modify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6025849-C119-76D6-48E6-FF9D2173270C}"/>
              </a:ext>
            </a:extLst>
          </p:cNvPr>
          <p:cNvSpPr txBox="1"/>
          <p:nvPr/>
        </p:nvSpPr>
        <p:spPr>
          <a:xfrm>
            <a:off x="3003067" y="3718421"/>
            <a:ext cx="750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generate</a:t>
            </a:r>
          </a:p>
        </p:txBody>
      </p:sp>
    </p:spTree>
    <p:extLst>
      <p:ext uri="{BB962C8B-B14F-4D97-AF65-F5344CB8AC3E}">
        <p14:creationId xmlns:p14="http://schemas.microsoft.com/office/powerpoint/2010/main" val="418927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323</Words>
  <Application>Microsoft Macintosh PowerPoint</Application>
  <PresentationFormat>Custom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Guanming Wu</dc:creator>
  <cp:lastModifiedBy>Guanming Wu</cp:lastModifiedBy>
  <cp:revision>47</cp:revision>
  <dcterms:created xsi:type="dcterms:W3CDTF">2024-02-22T16:18:14Z</dcterms:created>
  <dcterms:modified xsi:type="dcterms:W3CDTF">2026-02-15T21:47:36Z</dcterms:modified>
</cp:coreProperties>
</file>